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AC2D0-E78E-4476-8B5D-3FAD2AB3BF95}" v="41" dt="2026-04-22T06:49:41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love Bisen" userId="46f1591d-eef5-4397-b72d-ff9377ac01bf" providerId="ADAL" clId="{133C2016-0089-4AFF-B7EF-FB7D92197C6A}"/>
    <pc:docChg chg="modSld">
      <pc:chgData name="Viplove Bisen" userId="46f1591d-eef5-4397-b72d-ff9377ac01bf" providerId="ADAL" clId="{133C2016-0089-4AFF-B7EF-FB7D92197C6A}" dt="2026-04-22T06:49:41.054" v="41" actId="20577"/>
      <pc:docMkLst>
        <pc:docMk/>
      </pc:docMkLst>
      <pc:sldChg chg="modSp mod">
        <pc:chgData name="Viplove Bisen" userId="46f1591d-eef5-4397-b72d-ff9377ac01bf" providerId="ADAL" clId="{133C2016-0089-4AFF-B7EF-FB7D92197C6A}" dt="2026-04-22T06:27:25.857" v="0" actId="1076"/>
        <pc:sldMkLst>
          <pc:docMk/>
          <pc:sldMk cId="0" sldId="256"/>
        </pc:sldMkLst>
        <pc:spChg chg="mod">
          <ac:chgData name="Viplove Bisen" userId="46f1591d-eef5-4397-b72d-ff9377ac01bf" providerId="ADAL" clId="{133C2016-0089-4AFF-B7EF-FB7D92197C6A}" dt="2026-04-22T06:27:25.857" v="0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6:49:41.054" v="41" actId="20577"/>
        <pc:sldMkLst>
          <pc:docMk/>
          <pc:sldMk cId="0" sldId="265"/>
        </pc:sldMkLst>
        <pc:spChg chg="mod">
          <ac:chgData name="Viplove Bisen" userId="46f1591d-eef5-4397-b72d-ff9377ac01bf" providerId="ADAL" clId="{133C2016-0089-4AFF-B7EF-FB7D92197C6A}" dt="2026-04-22T06:49:41.054" v="41" actId="20577"/>
          <ac:spMkLst>
            <pc:docMk/>
            <pc:sldMk cId="0" sldId="265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</a:defRPr>
            </a:pPr>
            <a:r>
              <a:t>BOA Jarvis to LeanFT JavaScript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Modernizing UFT VBScript mainframe automation to a VS Code, Jasmine, and LeanFT engineering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777240"/>
            <a:ext cx="3383280" cy="1920240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67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9250C"/>
                </a:solidFill>
              </a:defRPr>
            </a:pPr>
            <a:r>
              <a:t>Presentation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Preserve the layered Jarvis design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Modernize language, tooling, and CI/CD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Show a practical migration factory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33756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3063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JavaScript can drive TN3270 through an existing HLLAPI-capable emulator.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concepts map cleanly into driver, keyword, object repository, data, config, and reporting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26080"/>
            <a:ext cx="333756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POC flows 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73552"/>
            <a:ext cx="3063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Login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Account Inquiry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Funds Transfer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execution across SIT and UAT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926080"/>
            <a:ext cx="356616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99923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Evidence used for this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73552"/>
            <a:ext cx="3291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Architecture docs in docs/01 and docs/02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Framework context files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Actual runner.js, terminalHelper.js, screens.js, and Jasmine spec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Prepared on 22 Apr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migration does not require rethinking the testing model. It modernizes the implementation stack and delivery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155448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t>Current-state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depends on VBScript, UFT artifacts, XML flows, and binary object repository assets that are harder to diff, review, and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657600" cy="15544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Target-state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new framework keeps the same layered design but uses LeanFT JavaScript, Jasmine, plain-text screen definitions, JSON or Excel-backed test data, and Jenkins-ready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37360"/>
            <a:ext cx="3154680" cy="15544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81051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Business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84832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Faster onboarding, cleaner Git visibility, better IDE support, and an AI-assisted migration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remains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Layered automation design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Keyword-driven mainframe interactions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Central object repository and external configuration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Data-driven execution and Jenkins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improves materially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VBScript to modern JavaScript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Binary assets to plain-text source-controlled files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UFT-centric authoring to VS Code + GitHub Copilot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Manual migration effort reduced by a deterministic BOA migration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Current State Architecture: Jarvis / UFT / VBScript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2742" y="1304597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current model is modular, but several layers are implemented with older and more opaque technologies.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Spreadsheet-driven suite definitions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Execution entry point for business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XML flow orchestration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Externalized step sequencing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Spreadsheet-based data 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Separate from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Execution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/ UFT driver-runner model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Scenario coordination and playback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.qfl VBScript keyword libraries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Reusable screen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.tsr or .mtr assets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Binary-style repository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Config templates and runtime settings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HTML reports and zipped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integration present, but framework tooling remains UFT-centric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2895" y="1042889"/>
            <a:ext cx="1691640" cy="502920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77658" y="1130861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Pain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186853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VBScript deprecation risk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Harder Git diff and code review experience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Less developer-friendly tooling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Manual migration of legacy assets is slower without structured accelerators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Mapping: Jarvis Components to the New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POC preserves the business testing intent while swapping each legacy layer for a modern equivalent.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Jarvis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Current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spec/ftdtest_jasmine_spec.js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Jasmine JavaScript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describe / it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Native JavaScript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testdata JSON + xlsx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JSON or Excel via 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proprietary runner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driver/runner.js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LeanFT SDK lifecycle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.qfl VBScript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libraries/terminalHelper.js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Reusable JS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 Repository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.tsr / .mtr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objectrepository/screens.js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Plain-text screen metadata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config/settings.js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Node module + env vars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results/ LeanFT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HTML report with snapshots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Parameterized SIT / UAT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44768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his is a migration with continuity, not a rewrite with loss of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Target Architecture: LeanFT JavaScript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implementation already present in the POC follows a modern, reviewable, and modular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23160" cy="11430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Jasmine spec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Business scenarios and assertions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423160" cy="114300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Driver /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init / cleanup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Shared TE session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42316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terminalHelper.js keywords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Mainframe business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423160" cy="11430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screens.js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Identifiers, fields, and key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JSON default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Excel support via 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settings.js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 short name, env, timeouts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Snapshots and pass/fail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SIT / UAT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Filterable suite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303520"/>
            <a:ext cx="448056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9080" y="546811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IBM Mainframe through an existing HLLAPI-capable terminal emulator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2803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0839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08392" y="4846320"/>
            <a:ext cx="0" cy="4572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612648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Important architecture note: LeanFT does not open TN3270 directly; it automates an already-running emulator session via HLLAPI.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D1B31C-4B84-B454-DD19-C33C0F25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6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Why This Framework Is Better for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technical modernization is paired with a better authoring and migration experience for the QE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Engineering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JavaScript is closer to VBScript than Java or C#, which reduces training friction.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VS Code provides a lightweight and familiar IDE with Git-native workflows.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Plain-text repository assets are easier to review, diff, branch, and promote.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Jasmine plus npm gives a simple, CI-friendly execution model.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JSON-first test data can still coexist with Excel input when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Acceleration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48463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GitHub Copilot can assist with routine coding, refactoring, and test authoring inside VS Code.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The repo includes a BOA migration agent that reads project context, maps VBScript constructs, generates Jasmine skeletons, and flags only the steps that need manual intervention.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The agent provides a migration delta report, giving traceability from automated translation to remaining manual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10607040" cy="658368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852160"/>
            <a:ext cx="10058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he target stack improves both automation maintainability and migration throughput.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Suggested Migration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factory model is safer than a big-bang conversion. The POC and BOA migration agent support this sequence.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1. 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Inventory current suites, libraries, flows, data, and object repository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0048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2.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Map Jarvis constructs to the LeanFT JavaScript framework and identify manual-only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3.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Stabilize target framework layers, CI settings, reporting, and environment conventions.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4.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Migrate representative high-value flows such as login, account inquiry, and funds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5. Industrialize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 Copilot and the migration agent to accelerate repetitive conversions with guardrails.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6.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Expand by application area, validate SIT and UAT behavior, and retire legacy suites in waves.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How the accelerator helps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2628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Loads framework and migration context before translation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Maps known VBScript and UFT constructs deterministically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Creates skeletons, keyword translations, and a migration delta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Operating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Automate the known mappings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Flag anything that requires live environment confirmation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Do not guess locators, credentials, or environment-specific identifiers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Risks and How to Control Them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 dirty="0"/>
              <a:t>The main risks are known upfront and can be managed with the right pilot discipline.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258744"/>
              </p:ext>
            </p:extLst>
          </p:nvPr>
        </p:nvGraphicFramePr>
        <p:xfrm>
          <a:off x="640080" y="17830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Risk or dependency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Mitigation in the proposed plan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Screen locators must match live emulator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Capture and validate attachedText values using the LeanFT Object Identification Center; do not guess them in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Screen identifiers can vary by environment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Validate identifiers in SIT and UAT during pilot onboarding and keep them centralized in screens.js.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Credentials and sensitive data must not be embedded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credentials out of specs and use managed external test data and environment configuration.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Some custom Jarvis keywords may not have a direct 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Use the migration agent to flag keyword gaps and implement them once in terminalHelper.js for reuse.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Citrix or non-3270 surfaces may require separate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the first migration wave focused on standard TN3270 automation; assess exceptional channels separately.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Execution still depends on a running emulator session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Document emulator setup, session short names, and Jenkins runtime configuration as part of environment readiness.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Recommended Pilot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 the current POC as the demonstration baseline, then move into a controlled pilot migration wave.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6596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Pilot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3 to 5 representative business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login or navigation pattern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inquiry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transaction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SIT and UAT execution through Jenkins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196596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Functional parity with selected Jarvis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Stable object repository and environment settings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Repeatable CI execution and report publication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Measured reduction in migration effort for each additional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196596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Immediate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Confirm pilot scope and environments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Capture live locators for pilot screens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Prioritize Jarvis suites by reuse and business value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Define governance for AI-assisted migration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-4728" y="1091762"/>
            <a:ext cx="5349240" cy="4674476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50516" y="1420992"/>
            <a:ext cx="5074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rPr dirty="0"/>
              <a:t>What we need from Bank of America to continue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432" y="2471030"/>
            <a:ext cx="507492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 dirty="0"/>
              <a:t>Access to a BOA test environment with the actual mainframe application and representative user journeys.</a:t>
            </a:r>
            <a:endParaRPr lang="en-US"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 dirty="0"/>
              <a:t>One BOA-side SME, tester, or engineer working closely with us to validate screens, navigation, and expected results</a:t>
            </a:r>
            <a:r>
              <a:rPr lang="en-US" sz="1400" dirty="0"/>
              <a:t>. Once we are inside BOA network</a:t>
            </a:r>
            <a:r>
              <a:rPr sz="1400" dirty="0"/>
              <a:t>.</a:t>
            </a:r>
            <a:endParaRPr lang="en-US"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 dirty="0"/>
              <a:t>Support to configure the terminal emulator, session short names, host connectivity, and any environment-specific runtime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6359" y="1091762"/>
            <a:ext cx="5029200" cy="4943751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6757" y="1311953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rPr dirty="0"/>
              <a:t>Dependencies and open questions for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221" y="2493556"/>
            <a:ext cx="47548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Which BOA environments are available for SIT, UAT, or pilot execution?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What emulator, access controls, credentials handling, and network prerequisites are required?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Which flows, test data, and application variants should be the first migration wave?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Are there any BOA-specific dependencies such as Citrix, middleware hops, or security approvals we should plan for?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755" y="6121735"/>
            <a:ext cx="1004751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59250C"/>
                </a:solidFill>
              </a:defRPr>
            </a:pPr>
            <a:r>
              <a:rPr lang="en-US" sz="1600" dirty="0"/>
              <a:t>T</a:t>
            </a:r>
            <a:r>
              <a:rPr sz="1600" dirty="0"/>
              <a:t>o move beyond the current POC, one of the team members should work with BOA in the real environment to complete setup, validate locators, and industrialize the migration path.</a:t>
            </a:r>
          </a:p>
        </p:txBody>
      </p:sp>
    </p:spTree>
    <p:extLst>
      <p:ext uri="{BB962C8B-B14F-4D97-AF65-F5344CB8AC3E}">
        <p14:creationId xmlns:p14="http://schemas.microsoft.com/office/powerpoint/2010/main" val="205144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Appendix: Python / py3270 Open-Source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second branch demonstrates a lower-cost modernization path using Python, pytest, and direct TN3270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Branch: python_based_open_source_poc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Python 3.10+, py3270, pytest, pytest-html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Direct TN3270 over s3270 subprocess, no LeanFT, no HLLAPI, no emulator license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pytest suite -&gt; runner.py -&gt; terminal_helper.py -&gt; py3270 -&gt; s3270 -&gt; TN3270 socket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retained: config, driver, action layer, object repository, test data,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rPr lang="en-US"/>
              <a:t>Advantage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Zero licensing cost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Headless execution model suited for CI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Useful as an alternate modernization option if BOA prefers open-source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differences from the LeanFT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Python instead of JavaScript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pytest instead of Jasmine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Direct socket connectivity instead of emulator-driven HLLAPI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73168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his as an optional open-source alternate path, not a replacement for the primary </a:t>
            </a:r>
            <a:r>
              <a:rPr dirty="0" err="1"/>
              <a:t>LeanFT</a:t>
            </a:r>
            <a:r>
              <a:rPr dirty="0"/>
              <a:t> migration story unless BOA wants a no-license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Appendix: Java / LeanFT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This branch also shows a Java-based LeanFT implementation for teams that prefer a Java and Maven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Java 11+, LeanFT runtime engine, TestNG, Maven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 files: BaseTest.java, TerminalHelper.java, Screens.java, FtdMainframeTest.java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reporting with screenshots and step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TestNG suite -&gt; BaseTest -&gt; TerminalHelper -&gt; LeanFT TE SDK -&gt; terminal emulator session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preserved with config, data provider, object repository, action layer,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Why mention it to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Suitable if BOA has stronger Java engineering alignment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Fits enterprise Maven and TestNG delivery patterns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Still modernizes Jarvis while staying within the LeanFT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Java instead of JavaScript or Python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TestNG and Maven instead of Jasmine or pytest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Requires LeanFT runtime and terminal emulator-based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36592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his</a:t>
            </a:r>
            <a:r>
              <a:rPr lang="en-US" dirty="0"/>
              <a:t> is a </a:t>
            </a:r>
            <a:r>
              <a:rPr dirty="0"/>
              <a:t>second </a:t>
            </a:r>
            <a:r>
              <a:rPr dirty="0" err="1"/>
              <a:t>LeanFT</a:t>
            </a:r>
            <a:r>
              <a:rPr dirty="0"/>
              <a:t>-based option for teams that want a typed Java stack and Maven-style enterprise delivery rather than the JavaScript implementation.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2024</Words>
  <Application>Microsoft Office PowerPoint</Application>
  <PresentationFormat>Widescreen</PresentationFormat>
  <Paragraphs>281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Viplove Bisen</cp:lastModifiedBy>
  <cp:revision>2</cp:revision>
  <dcterms:created xsi:type="dcterms:W3CDTF">2013-01-27T09:14:16Z</dcterms:created>
  <dcterms:modified xsi:type="dcterms:W3CDTF">2026-04-22T06:50:03Z</dcterms:modified>
  <cp:category/>
</cp:coreProperties>
</file>