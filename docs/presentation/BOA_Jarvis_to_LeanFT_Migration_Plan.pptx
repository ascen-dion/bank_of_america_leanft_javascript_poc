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</a:defRPr>
            </a:pPr>
            <a:r>
              <a:t>BOA Jarvis to LeanFT JavaScript Migration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19072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Modernizing UFT VBScript mainframe automation to a VS Code, Jasmine, and LeanFT engineering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383280" cy="1920240"/>
          </a:xfrm>
          <a:prstGeom prst="roundRect">
            <a:avLst/>
          </a:prstGeom>
          <a:solidFill>
            <a:srgbClr val="FFEDD5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1143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9250C"/>
                </a:solidFill>
              </a:defRPr>
            </a:pPr>
            <a:r>
              <a:t>Presentation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5544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Preserve the layered Jarvis design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Modernize language, tooling, and CI/CD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Show a practical migration factory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333756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73552"/>
            <a:ext cx="30632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JavaScript can drive TN3270 through an existing HLLAPI-capable emulator.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concepts map cleanly into driver, keyword, object repository, data, config, and reporting layers.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926080"/>
            <a:ext cx="3337560" cy="18288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POC flows in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73552"/>
            <a:ext cx="30632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Login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Account Inquiry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Funds Transfer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execution across SIT and UAT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926080"/>
            <a:ext cx="3566160" cy="18288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999232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t>Evidence used for this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73552"/>
            <a:ext cx="32918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Architecture docs in docs/01 and docs/02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Framework context files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Actual runner.js, terminalHelper.js, screens.js, and Jasmine spec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12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Prepared on 22 Apr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migration does not require rethinking the testing model. It modernizes the implementation stack and delivery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57600" cy="155448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</a:defRPr>
            </a:pPr>
            <a:r>
              <a:t>Current-state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depends on VBScript, UFT artifacts, XML flows, and binary object repository assets that are harder to diff, review, and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657600" cy="15544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1051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Target-state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84832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new framework keeps the same layered design but uses LeanFT JavaScript, Jasmine, plain-text screen definitions, JSON or Excel-backed test data, and Jenkins-ready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737360"/>
            <a:ext cx="3154680" cy="15544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81051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Business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84832"/>
            <a:ext cx="2880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Faster onboarding, cleaner Git visibility, better IDE support, and an AI-assisted migration pattern.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What remains familiar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Layered automation design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Keyword-driven mainframe interactions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Central object repository and external configuration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Data-driven execution and Jenkins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5760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What improves materially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7763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VBScript to modern JavaScript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Binary assets to plain-text source-controlled files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UFT-centric authoring to VS Code + GitHub Copilot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Manual migration effort reduced by a deterministic BOA migration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Current State Architecture: Jarvis / UFT / VBScript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current model is modular, but several layers are implemented with older and more opaque technologies.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Spreadsheet-driven suite definitions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Execution entry point for business scenarios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XML flow orchestration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Externalized step sequencing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Spreadsheet-based data sets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Separate from scripts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Execution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/ UFT driver-runner model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Scenario coordination and playback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Libraries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.qfl VBScript keyword libraries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Reusable screen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Object 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UFT .tsr or .mtr assets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Binary-style repository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Config templates and runtime settings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UFT HTML reports and zipped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integration present, but framework tooling remains UFT-centric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1005840"/>
            <a:ext cx="1691640" cy="502920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5248" y="1124712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Pain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160020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VBScript deprecation risk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Harder Git diff and code review experience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Less developer-friendly tooling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Manual migration of legacy assets is slower without structured accelerators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Migration Mapping: Jarvis Components to the New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POC preserves the business testing intent while swapping each legacy layer for a modern equivalent.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743200"/>
                <a:gridCol w="4389120"/>
              </a:tblGrid>
              <a:tr h="4297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Jarvis component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Current technology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Target component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Target technology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Excel spreadsheet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spec/ftdtest_jasmine_spec.js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Jasmine JavaScript spec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Flow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XML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describe / it blocks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Native JavaScript structure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Excel spreadsheet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testdata JSON + xlsx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JSON or Excel via Node.js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Execution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proprietary runner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driver/runner.js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LeanFT SDK lifecycle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Libraries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.qfl VBScript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libraries/terminalHelper.js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Reusable JS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Object Repository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.tsr / .mtr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objectrepository/screens.js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Plain-text screen metadata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config/settings.js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Node module + env vars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results/ LeanFT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HTML report with snapshots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Jenkinsfile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Jenkinsfile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Parameterized SIT / UAT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4476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9250C"/>
                </a:solidFill>
              </a:defRPr>
            </a:pPr>
            <a:r>
              <a:t>Key client message: this is a migration with continuity, not a rewrite with loss of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Target Architecture: LeanFT JavaScript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implementation already present in the POC follows a modern, reviewable, and modular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23160" cy="11430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Jasmine spec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Business scenarios and assertions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423160" cy="114300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Driver / Runner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init / cleanup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Shared TE session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2423160" cy="11430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Action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terminalHelper.js keywords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Mainframe business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828800"/>
            <a:ext cx="2423160" cy="11430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Object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screens.js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Identifiers, fields, and key 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JSON default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Excel support via xlsx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settings.js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 short name, env, timeouts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HTML report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Snapshots and pass/fail logging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SIT / UAT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Filterable suite execution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5303520"/>
            <a:ext cx="4480560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69080" y="546811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IBM Mainframe through an existing HLLAPI-capable terminal emulator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28032" y="2980944"/>
            <a:ext cx="0" cy="630936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08392" y="2980944"/>
            <a:ext cx="0" cy="630936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08392" y="4846320"/>
            <a:ext cx="0" cy="4572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9808" y="612648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Important architecture note: LeanFT does not open TN3270 directly; it automates an already-running emulator session via HLLAPI.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Why This Framework Is Better for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technical modernization is paired with a better authoring and migration experience for the QE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Engineering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JavaScript is closer to VBScript than Java or C#, which reduces training friction.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VS Code provides a lightweight and familiar IDE with Git-native workflows.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Plain-text repository assets are easier to review, diff, branch, and promote.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Jasmine plus npm gives a simple, CI-friendly execution model.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JSON-first test data can still coexist with Excel input when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Acceleration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GitHub Copilot can assist with routine coding, refactoring, and test authoring inside VS Code.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The repo includes a BOA migration agent that reads project context, maps VBScript constructs, generates Jasmine skeletons, and flags only the steps that need manual intervention.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The agent provides a migration delta report, giving traceability from automated translation to remaining manual work.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The framework is positioned for stronger engineering collaboration between QE and development teams.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69280"/>
            <a:ext cx="10607040" cy="658368"/>
          </a:xfrm>
          <a:prstGeom prst="roundRect">
            <a:avLst/>
          </a:prstGeom>
          <a:solidFill>
            <a:srgbClr val="FFEDD5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852160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9250C"/>
                </a:solidFill>
              </a:defRPr>
            </a:pPr>
            <a:r>
              <a:t>Client takeaway: the target stack improves both automation maintainability and migration throughput.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Suggested Migration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factory model is safer than a big-bang conversion. The POC and BOA migration agent support this sequence.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73736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1. Assess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Inventory current suites, libraries, flows, data, and object repository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1828800"/>
            <a:ext cx="173736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2.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Map Jarvis constructs to the LeanFT JavaScript framework and identify manual-only gaps.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173736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3.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Stabilize target framework layers, CI settings, reporting, and environment conventions.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828800"/>
            <a:ext cx="173736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4.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Migrate representative high-value flows such as login, account inquiry, and funds transfer.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828800"/>
            <a:ext cx="173736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5. Industrialize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Use Copilot and the migration agent to accelerate repetitive conversions with guardrails.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828800"/>
            <a:ext cx="173736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6.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Expand by application area, validate SIT and UAT behavior, and retire legacy suites in waves.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519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How the accelerator helps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2628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Loads framework and migration context before translation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Maps known VBScript and UFT constructs deterministically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Creates skeletons, keyword translations, and a migration delta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Operating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Automate the known mappings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Flag anything that requires live environment confirmation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Do not guess locators, credentials, or environment-specific identifiers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Migration Risks and How to Control Them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main risks are known upfront and can be managed with the right pilot discipline.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Risk or dependency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Mitigation in the proposed plan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Screen locators must match live emulator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Capture and validate attachedText values using the LeanFT Object Identification Center; do not guess them in code.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Screen identifiers can vary by environment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Validate identifiers in SIT and UAT during pilot onboarding and keep them centralized in screens.js.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Credentials and sensitive data must not be embedded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Keep credentials out of specs and use managed external test data and environment configuration.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Some custom Jarvis keywords may not have a direct map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Use the migration agent to flag keyword gaps and implement them once in terminalHelper.js for reuse.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Citrix or non-3270 surfaces may require separate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Keep the first migration wave focused on standard TN3270 automation; assess exceptional channels separately.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Execution still depends on a running emulator session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Document emulator setup, session short names, and Jenkins runtime configuration as part of environment readiness.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Recommended Pilot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Use the current POC as the demonstration baseline, then move into a controlled pilot migration wave.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96596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Pilot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3 to 5 representative business flows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login or navigation pattern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inquiry flow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transaction flow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SIT and UAT execution through Jenkins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196596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Functional parity with selected Jarvis flows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Stable object repository and environment settings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Repeatable CI execution and report publication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Measured reduction in migration effort for each additional 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196596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t>Immediate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Confirm pilot scope and environments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Capture live locators for pilot screens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Prioritize Jarvis suites by reuse and business value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Define governance for AI-assisted migration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51960"/>
            <a:ext cx="5349240" cy="160020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25112"/>
            <a:ext cx="5074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</a:defRPr>
            </a:pPr>
            <a:r>
              <a:t>What we need from Bank of America to continue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99432"/>
            <a:ext cx="50749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Access to a BOA test environment with the actual mainframe application and representative user journeys.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One BOA-side SME, tester, or engineer working closely with us to validate screens, navigation, and expected results.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Support to configure the terminal emulator, session short names, host connectivity, and any environment-specific runtime settings.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251960"/>
            <a:ext cx="5029200" cy="16002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25112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t>Dependencies and open questions for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99432"/>
            <a:ext cx="475488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Which BOA environments are available for SIT, UAT, or pilot execution?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What emulator, access controls, credentials handling, and network prerequisites are required?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Which flows, test data, and application variants should be the first migration wave?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Are there any BOA-specific dependencies such as Citrix, middleware hops, or security approvals we should plan for?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925312"/>
            <a:ext cx="10241280" cy="384048"/>
          </a:xfrm>
          <a:prstGeom prst="roundRect">
            <a:avLst/>
          </a:prstGeom>
          <a:solidFill>
            <a:srgbClr val="FFEDD5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0167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59250C"/>
                </a:solidFill>
              </a:defRPr>
            </a:pPr>
            <a:r>
              <a:t>Client ask: to move beyond the current POC, one of the team members should work with BOA in the real environment to complete setup, validate locators, and industrialize the migration path.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Appendix: Python / py3270 Open-Source POC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second branch demonstrates a lower-cost modernization path using Python, pytest, and direct TN3270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Branch: python_based_open_source_poc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Stack: Python 3.10+, py3270, pytest, pytest-html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Direct TN3270 over s3270 subprocess, no LeanFT, no HLLAPI, no emulator license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Architecture in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pytest suite -&gt; runner.py -&gt; terminal_helper.py -&gt; py3270 -&gt; s3270 -&gt; TN3270 socket -&gt; mainframe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same layered model is retained: config, driver, action layer, object repository, test data, reporting, and Jenkins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t>Why mention it to the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Zero licensing cost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Headless execution model suited for CI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Useful as an alternate modernization option if BOA prefers open-source tooling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9768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Key differences from the LeanFT POC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720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Python instead of JavaScript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pytest instead of Jasmine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Direct socket connectivity instead of emulator-driven HLLAPI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26280"/>
            <a:ext cx="4983480" cy="1005840"/>
          </a:xfrm>
          <a:prstGeom prst="roundRect">
            <a:avLst/>
          </a:prstGeom>
          <a:solidFill>
            <a:srgbClr val="FEF9C3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77316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9250C"/>
                </a:solidFill>
              </a:defRPr>
            </a:pPr>
            <a:r>
              <a:t>Suggested positioning: present this as an optional open-source alternate path, not a replacement for the primary LeanFT migration story unless BOA wants a no-license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Appendix: Java / LeanFT POC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This branch also shows a Java-based LeanFT implementation for teams that prefer a Java and Maven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Stack: Java 11+, LeanFT runtime engine, TestNG, Maven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Main files: BaseTest.java, TerminalHelper.java, Screens.java, FtdMainframeTest.java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HTML reporting with screenshots and step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Architecture in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TestNG suite -&gt; BaseTest -&gt; TerminalHelper -&gt; LeanFT TE SDK -&gt; terminal emulator session -&gt; mainframe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same layered model is preserved with config, data provider, object repository, action layer, reporting, and Jenkins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t>Why mention it to the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Suitable if BOA has stronger Java engineering alignment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Fits enterprise Maven and TestNG delivery patterns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Still modernizes Jarvis while staying within the LeanFT 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97680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Key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7200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Java instead of JavaScript or Python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TestNG and Maven instead of Jasmine or pytest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Requires LeanFT runtime and terminal emulator-based execution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26280"/>
            <a:ext cx="4983480" cy="1005840"/>
          </a:xfrm>
          <a:prstGeom prst="roundRect">
            <a:avLst/>
          </a:prstGeom>
          <a:solidFill>
            <a:srgbClr val="FEF9C3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736592"/>
            <a:ext cx="4526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9250C"/>
                </a:solidFill>
              </a:defRPr>
            </a:pPr>
            <a:r>
              <a:t>Suggested positioning: present this as a second LeanFT-based option for teams that want a typed Java stack and Maven-style enterprise delivery rather than the JavaScript implementation.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